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 — Cloud Infrastructure Architects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0" y="6400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Epitech · GR46 · 2025-2026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525"/>
          </a:solidFill>
          <a:ln w="12700">
            <a:solidFill>
              <a:srgbClr val="0D152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10328"/>
            <a:ext cx="9144000" cy="137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928616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Securing of a Hybrid Infrastructure with Proxmox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74320" y="576072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Projet — Diagramme de Gantt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74320" y="88696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Fevrier → Juillet 2026  ·  7 phases  ·  4 jalons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74520" y="859536"/>
            <a:ext cx="1170432" cy="219456"/>
          </a:xfrm>
          <a:prstGeom prst="rect">
            <a:avLst/>
          </a:prstGeom>
          <a:solidFill>
            <a:srgbClr val="1E3A5F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74520" y="85953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Fevrier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063240" y="859536"/>
            <a:ext cx="1170432" cy="219456"/>
          </a:xfrm>
          <a:prstGeom prst="rect">
            <a:avLst/>
          </a:prstGeom>
          <a:solidFill>
            <a:srgbClr val="1A355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63240" y="85953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251960" y="859536"/>
            <a:ext cx="1170432" cy="219456"/>
          </a:xfrm>
          <a:prstGeom prst="rect">
            <a:avLst/>
          </a:prstGeom>
          <a:solidFill>
            <a:srgbClr val="1E3A5F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85953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440680" y="859536"/>
            <a:ext cx="1170432" cy="219456"/>
          </a:xfrm>
          <a:prstGeom prst="rect">
            <a:avLst/>
          </a:prstGeom>
          <a:solidFill>
            <a:srgbClr val="1A355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0680" y="85953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629400" y="859536"/>
            <a:ext cx="1170432" cy="219456"/>
          </a:xfrm>
          <a:prstGeom prst="rect">
            <a:avLst/>
          </a:prstGeom>
          <a:solidFill>
            <a:srgbClr val="1E3A5F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85953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818120" y="859536"/>
            <a:ext cx="1170432" cy="219456"/>
          </a:xfrm>
          <a:prstGeom prst="rect">
            <a:avLst/>
          </a:prstGeom>
          <a:solidFill>
            <a:srgbClr val="1A355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18120" y="85953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Juillet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874520" y="1115568"/>
            <a:ext cx="576072" cy="256032"/>
          </a:xfrm>
          <a:prstGeom prst="rect">
            <a:avLst/>
          </a:prstGeom>
          <a:solidFill>
            <a:srgbClr val="0D1A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74520" y="1115568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468880" y="1115568"/>
            <a:ext cx="576072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68880" y="1115568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70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FW1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063240" y="1115568"/>
            <a:ext cx="576072" cy="256032"/>
          </a:xfrm>
          <a:prstGeom prst="rect">
            <a:avLst/>
          </a:prstGeom>
          <a:solidFill>
            <a:srgbClr val="0D1A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63240" y="1115568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657600" y="1115568"/>
            <a:ext cx="576072" cy="256032"/>
          </a:xfrm>
          <a:prstGeom prst="rect">
            <a:avLst/>
          </a:prstGeom>
          <a:solidFill>
            <a:srgbClr val="0D1A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0" y="1115568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251960" y="1115568"/>
            <a:ext cx="576072" cy="256032"/>
          </a:xfrm>
          <a:prstGeom prst="rect">
            <a:avLst/>
          </a:prstGeom>
          <a:solidFill>
            <a:srgbClr val="0D1A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51960" y="1115568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846320" y="1115568"/>
            <a:ext cx="57607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1115568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70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FW2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5440680" y="1115568"/>
            <a:ext cx="576072" cy="256032"/>
          </a:xfrm>
          <a:prstGeom prst="rect">
            <a:avLst/>
          </a:prstGeom>
          <a:solidFill>
            <a:srgbClr val="0D1A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40680" y="1115568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035040" y="1115568"/>
            <a:ext cx="576072" cy="256032"/>
          </a:xfrm>
          <a:prstGeom prst="rect">
            <a:avLst/>
          </a:prstGeom>
          <a:solidFill>
            <a:srgbClr val="0D1A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35040" y="1115568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6629400" y="1115568"/>
            <a:ext cx="576072" cy="256032"/>
          </a:xfrm>
          <a:prstGeom prst="rect">
            <a:avLst/>
          </a:prstGeom>
          <a:solidFill>
            <a:srgbClr val="0D1A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29400" y="1115568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7223760" y="1115568"/>
            <a:ext cx="576072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23760" y="1115568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70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FW3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7818120" y="1115568"/>
            <a:ext cx="576072" cy="256032"/>
          </a:xfrm>
          <a:prstGeom prst="rect">
            <a:avLst/>
          </a:prstGeom>
          <a:solidFill>
            <a:srgbClr val="0D1A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18120" y="1115568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8412480" y="1115568"/>
            <a:ext cx="576072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12480" y="1115568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70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73152" y="1389888"/>
            <a:ext cx="9025128" cy="301752"/>
          </a:xfrm>
          <a:prstGeom prst="rect">
            <a:avLst/>
          </a:prstGeom>
          <a:solidFill>
            <a:srgbClr val="0D1424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152" y="1389888"/>
            <a:ext cx="36576" cy="3017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46304" y="1417320"/>
            <a:ext cx="1709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Etude &amp; Conception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792224" y="1476756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874520" y="1417320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468880" y="1417320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063240" y="1417320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57600" y="1417320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251960" y="1417320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846320" y="1417320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440680" y="1417320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035040" y="1417320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629400" y="1417320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223760" y="1417320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818120" y="1417320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412480" y="1417320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892808" y="1435608"/>
            <a:ext cx="1737360" cy="2103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3152" y="1737360"/>
            <a:ext cx="9025128" cy="301752"/>
          </a:xfrm>
          <a:prstGeom prst="rect">
            <a:avLst/>
          </a:prstGeom>
          <a:solidFill>
            <a:srgbClr val="090F1C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1737360"/>
            <a:ext cx="36576" cy="30175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46304" y="1764792"/>
            <a:ext cx="1709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Infrastructure Proxmox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1792224" y="182422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874520" y="1764792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468880" y="1764792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063240" y="1764792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657600" y="1764792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251960" y="1764792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846320" y="1764792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440680" y="1764792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035040" y="1764792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629400" y="1764792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223760" y="1764792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818120" y="1764792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412480" y="1764792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892808" y="1783080"/>
            <a:ext cx="2926080" cy="21031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892808" y="1783080"/>
            <a:ext cx="2048256" cy="21031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924605" y="1783080"/>
            <a:ext cx="20117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2084832"/>
            <a:ext cx="9025128" cy="301752"/>
          </a:xfrm>
          <a:prstGeom prst="rect">
            <a:avLst/>
          </a:prstGeom>
          <a:solidFill>
            <a:srgbClr val="0D1424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3152" y="2084832"/>
            <a:ext cx="36576" cy="3017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46304" y="2112264"/>
            <a:ext cx="1709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Configuration Reseau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1792224" y="2171700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874520" y="2112264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468880" y="2112264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063240" y="2112264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657600" y="2112264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251960" y="2112264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846320" y="2112264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440680" y="2112264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035040" y="2112264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629400" y="2112264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223760" y="2112264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818120" y="2112264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412480" y="2112264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081528" y="2130552"/>
            <a:ext cx="2331720" cy="2103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081528" y="2130552"/>
            <a:ext cx="932688" cy="2103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997757" y="2130552"/>
            <a:ext cx="20117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rot="2700000">
            <a:off x="5084064" y="2139147"/>
            <a:ext cx="118872" cy="118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3152" y="2432304"/>
            <a:ext cx="9025128" cy="301752"/>
          </a:xfrm>
          <a:prstGeom prst="rect">
            <a:avLst/>
          </a:prstGeom>
          <a:solidFill>
            <a:srgbClr val="090F1C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3152" y="2432304"/>
            <a:ext cx="36576" cy="3017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46304" y="2459736"/>
            <a:ext cx="1709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VPN Site-a-Site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1792224" y="2519172"/>
            <a:ext cx="100584" cy="10058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874520" y="2459736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468880" y="2459736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063240" y="2459736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657600" y="2459736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251960" y="2459736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846320" y="2459736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440680" y="2459736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035040" y="2459736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629400" y="2459736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223760" y="2459736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818120" y="2459736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412480" y="2459736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270248" y="2478024"/>
            <a:ext cx="2331720" cy="210312"/>
          </a:xfrm>
          <a:prstGeom prst="rect">
            <a:avLst/>
          </a:prstGeom>
          <a:solidFill>
            <a:srgbClr val="023740"/>
          </a:solidFill>
          <a:ln w="12700">
            <a:solidFill>
              <a:srgbClr val="02374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3152" y="2779776"/>
            <a:ext cx="9025128" cy="301752"/>
          </a:xfrm>
          <a:prstGeom prst="rect">
            <a:avLst/>
          </a:prstGeom>
          <a:solidFill>
            <a:srgbClr val="0D1424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3152" y="2779776"/>
            <a:ext cx="36576" cy="3017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146304" y="2807208"/>
            <a:ext cx="1709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Deploiement Services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1792224" y="2866644"/>
            <a:ext cx="100584" cy="10058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874520" y="2807208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2468880" y="2807208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3063240" y="2807208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3657600" y="2807208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251960" y="2807208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846320" y="2807208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440680" y="2807208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035040" y="2807208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629400" y="2807208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223760" y="2807208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818120" y="2807208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412480" y="2807208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458968" y="2825496"/>
            <a:ext cx="2331720" cy="210312"/>
          </a:xfrm>
          <a:prstGeom prst="rect">
            <a:avLst/>
          </a:prstGeom>
          <a:solidFill>
            <a:srgbClr val="053827"/>
          </a:solidFill>
          <a:ln w="12700">
            <a:solidFill>
              <a:srgbClr val="053827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rot="2700000">
            <a:off x="7461504" y="2834091"/>
            <a:ext cx="118872" cy="118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73152" y="3127248"/>
            <a:ext cx="9025128" cy="301752"/>
          </a:xfrm>
          <a:prstGeom prst="rect">
            <a:avLst/>
          </a:prstGeom>
          <a:solidFill>
            <a:srgbClr val="090F1C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73152" y="3127248"/>
            <a:ext cx="36576" cy="30175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146304" y="3154680"/>
            <a:ext cx="1709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— Observabilite &amp; Securite</a:t>
            </a:r>
            <a:endParaRPr lang="en-US" sz="750" dirty="0"/>
          </a:p>
        </p:txBody>
      </p:sp>
      <p:sp>
        <p:nvSpPr>
          <p:cNvPr id="141" name="Shape 139"/>
          <p:cNvSpPr/>
          <p:nvPr/>
        </p:nvSpPr>
        <p:spPr>
          <a:xfrm>
            <a:off x="1792224" y="3214116"/>
            <a:ext cx="100584" cy="10058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874520" y="3154680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468880" y="3154680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3063240" y="3154680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3657600" y="3154680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4251960" y="3154680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4846320" y="3154680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440680" y="3154680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035040" y="3154680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629400" y="3154680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223760" y="3154680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818120" y="3154680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412480" y="3154680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053328" y="3172968"/>
            <a:ext cx="2331720" cy="210312"/>
          </a:xfrm>
          <a:prstGeom prst="rect">
            <a:avLst/>
          </a:prstGeom>
          <a:solidFill>
            <a:srgbClr val="47162E"/>
          </a:solidFill>
          <a:ln w="12700">
            <a:solidFill>
              <a:srgbClr val="47162E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73152" y="3474720"/>
            <a:ext cx="9025128" cy="301752"/>
          </a:xfrm>
          <a:prstGeom prst="rect">
            <a:avLst/>
          </a:prstGeom>
          <a:solidFill>
            <a:srgbClr val="0D1424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73152" y="3474720"/>
            <a:ext cx="36576" cy="3017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146304" y="3502152"/>
            <a:ext cx="1709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 — Documentation &amp; DRP</a:t>
            </a:r>
            <a:endParaRPr lang="en-US" sz="750" dirty="0"/>
          </a:p>
        </p:txBody>
      </p:sp>
      <p:sp>
        <p:nvSpPr>
          <p:cNvPr id="158" name="Shape 156"/>
          <p:cNvSpPr/>
          <p:nvPr/>
        </p:nvSpPr>
        <p:spPr>
          <a:xfrm>
            <a:off x="1792224" y="3561588"/>
            <a:ext cx="100584" cy="10058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1874520" y="3502152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2468880" y="3502152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3063240" y="3502152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3657600" y="3502152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4251960" y="3502152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4846320" y="3502152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440680" y="3502152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035040" y="3502152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629400" y="3502152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223760" y="3502152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7818120" y="3502152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412480" y="3502152"/>
            <a:ext cx="576072" cy="246888"/>
          </a:xfrm>
          <a:prstGeom prst="rect">
            <a:avLst/>
          </a:prstGeom>
          <a:solidFill>
            <a:srgbClr val="141E3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7836408" y="3520440"/>
            <a:ext cx="1143000" cy="210312"/>
          </a:xfrm>
          <a:prstGeom prst="rect">
            <a:avLst/>
          </a:prstGeom>
          <a:solidFill>
            <a:srgbClr val="481414"/>
          </a:solidFill>
          <a:ln w="12700">
            <a:solidFill>
              <a:srgbClr val="481414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 rot="2700000">
            <a:off x="8650224" y="3529035"/>
            <a:ext cx="118872" cy="118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137160" y="387705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:</a:t>
            </a:r>
            <a:endParaRPr lang="en-US" sz="700" dirty="0"/>
          </a:p>
        </p:txBody>
      </p:sp>
      <p:sp>
        <p:nvSpPr>
          <p:cNvPr id="174" name="Shape 172"/>
          <p:cNvSpPr/>
          <p:nvPr/>
        </p:nvSpPr>
        <p:spPr>
          <a:xfrm>
            <a:off x="704088" y="3904488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832104" y="387705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Termine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1508760" y="390448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1636776" y="387705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cours</a:t>
            </a:r>
            <a:endParaRPr lang="en-US" sz="700" dirty="0"/>
          </a:p>
        </p:txBody>
      </p:sp>
      <p:sp>
        <p:nvSpPr>
          <p:cNvPr id="178" name="Shape 176"/>
          <p:cNvSpPr/>
          <p:nvPr/>
        </p:nvSpPr>
        <p:spPr>
          <a:xfrm>
            <a:off x="2313432" y="3904488"/>
            <a:ext cx="100584" cy="10058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2441448" y="387705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Planifie</a:t>
            </a:r>
            <a:endParaRPr lang="en-US" sz="700" dirty="0"/>
          </a:p>
        </p:txBody>
      </p:sp>
      <p:sp>
        <p:nvSpPr>
          <p:cNvPr id="180" name="Text 178"/>
          <p:cNvSpPr/>
          <p:nvPr/>
        </p:nvSpPr>
        <p:spPr>
          <a:xfrm>
            <a:off x="3657600" y="387705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Jalons :</a:t>
            </a:r>
            <a:endParaRPr lang="en-US" sz="700" dirty="0"/>
          </a:p>
        </p:txBody>
      </p:sp>
      <p:sp>
        <p:nvSpPr>
          <p:cNvPr id="181" name="Shape 179"/>
          <p:cNvSpPr/>
          <p:nvPr/>
        </p:nvSpPr>
        <p:spPr>
          <a:xfrm rot="2700000">
            <a:off x="4178808" y="3904488"/>
            <a:ext cx="100584" cy="10058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4315968" y="387705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FW1 — Scoping</a:t>
            </a:r>
            <a:endParaRPr lang="en-US" sz="700" dirty="0"/>
          </a:p>
        </p:txBody>
      </p:sp>
      <p:sp>
        <p:nvSpPr>
          <p:cNvPr id="183" name="Shape 181"/>
          <p:cNvSpPr/>
          <p:nvPr/>
        </p:nvSpPr>
        <p:spPr>
          <a:xfrm rot="2700000">
            <a:off x="5340096" y="3904488"/>
            <a:ext cx="100584" cy="1005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5477256" y="387705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FW2 — Blocs</a:t>
            </a:r>
            <a:endParaRPr lang="en-US" sz="700" dirty="0"/>
          </a:p>
        </p:txBody>
      </p:sp>
      <p:sp>
        <p:nvSpPr>
          <p:cNvPr id="185" name="Shape 183"/>
          <p:cNvSpPr/>
          <p:nvPr/>
        </p:nvSpPr>
        <p:spPr>
          <a:xfrm rot="2700000">
            <a:off x="6501384" y="3904488"/>
            <a:ext cx="100584" cy="1005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638544" y="387705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FW3 — Beta</a:t>
            </a:r>
            <a:endParaRPr lang="en-US" sz="700" dirty="0"/>
          </a:p>
        </p:txBody>
      </p:sp>
      <p:sp>
        <p:nvSpPr>
          <p:cNvPr id="187" name="Shape 185"/>
          <p:cNvSpPr/>
          <p:nvPr/>
        </p:nvSpPr>
        <p:spPr>
          <a:xfrm rot="2700000">
            <a:off x="7662672" y="3904488"/>
            <a:ext cx="100584" cy="10058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7799832" y="387705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Keynote</a:t>
            </a:r>
            <a:endParaRPr lang="en-US" sz="700" dirty="0"/>
          </a:p>
        </p:txBody>
      </p:sp>
      <p:sp>
        <p:nvSpPr>
          <p:cNvPr id="189" name="Shape 187"/>
          <p:cNvSpPr/>
          <p:nvPr/>
        </p:nvSpPr>
        <p:spPr>
          <a:xfrm>
            <a:off x="182880" y="4727448"/>
            <a:ext cx="8778240" cy="0"/>
          </a:xfrm>
          <a:prstGeom prst="line">
            <a:avLst/>
          </a:prstGeom>
          <a:noFill/>
          <a:ln w="6350">
            <a:solidFill>
              <a:srgbClr val="1A2840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182880" y="474573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VE</a:t>
            </a:r>
            <a:endParaRPr lang="en-US" sz="700" dirty="0"/>
          </a:p>
        </p:txBody>
      </p:sp>
      <p:sp>
        <p:nvSpPr>
          <p:cNvPr id="191" name="Text 189"/>
          <p:cNvSpPr/>
          <p:nvPr/>
        </p:nvSpPr>
        <p:spPr>
          <a:xfrm>
            <a:off x="1645920" y="474573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</a:t>
            </a:r>
            <a:endParaRPr lang="en-US" sz="700" dirty="0"/>
          </a:p>
        </p:txBody>
      </p:sp>
      <p:sp>
        <p:nvSpPr>
          <p:cNvPr id="192" name="Text 190"/>
          <p:cNvSpPr/>
          <p:nvPr/>
        </p:nvSpPr>
        <p:spPr>
          <a:xfrm>
            <a:off x="3108960" y="474573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OpenVPN</a:t>
            </a:r>
            <a:endParaRPr lang="en-US" sz="700" dirty="0"/>
          </a:p>
        </p:txBody>
      </p:sp>
      <p:sp>
        <p:nvSpPr>
          <p:cNvPr id="193" name="Text 191"/>
          <p:cNvSpPr/>
          <p:nvPr/>
        </p:nvSpPr>
        <p:spPr>
          <a:xfrm>
            <a:off x="4572000" y="474573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NetBox</a:t>
            </a:r>
            <a:endParaRPr lang="en-US" sz="700" dirty="0"/>
          </a:p>
        </p:txBody>
      </p:sp>
      <p:sp>
        <p:nvSpPr>
          <p:cNvPr id="194" name="Text 192"/>
          <p:cNvSpPr/>
          <p:nvPr/>
        </p:nvSpPr>
        <p:spPr>
          <a:xfrm>
            <a:off x="6035040" y="474573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700" dirty="0"/>
          </a:p>
        </p:txBody>
      </p:sp>
      <p:sp>
        <p:nvSpPr>
          <p:cNvPr id="195" name="Text 193"/>
          <p:cNvSpPr/>
          <p:nvPr/>
        </p:nvSpPr>
        <p:spPr>
          <a:xfrm>
            <a:off x="7498080" y="474573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 SSH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2026-03-10T09:41:23Z</dcterms:created>
  <dcterms:modified xsi:type="dcterms:W3CDTF">2026-03-10T09:41:23Z</dcterms:modified>
</cp:coreProperties>
</file>